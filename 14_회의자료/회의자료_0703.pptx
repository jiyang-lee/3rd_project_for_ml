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6" r:id="rId5"/>
    <p:sldId id="261" r:id="rId6"/>
    <p:sldId id="264" r:id="rId7"/>
    <p:sldId id="263" r:id="rId8"/>
    <p:sldId id="265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7869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1E0B0-83CC-D078-0ACC-52A5D9737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451917-5F30-D3FA-A309-98D3420BF2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AD2CD9-75F4-B7A0-78A5-5F9105B459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05328-7269-DC27-4A4B-70B6149B5E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702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317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HeatGridAgent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548640" y="32461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모델 · Agent · 서버/프론트 구조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3977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2026-07-04 팀 회의 자료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목차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4440" y="159105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모델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212080" y="1591056"/>
            <a:ext cx="6430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정의, 선정 기준, 선택된 모델, 병합 구조, 최종 선택 이유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300837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212080" y="3008376"/>
            <a:ext cx="6430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감지 에이전트 -&gt; 운영 보조 LLM 에이전트, DB 구성, 산출물 4종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07008" y="384048"/>
            <a:ext cx="1043604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</a:t>
            </a:r>
            <a:r>
              <a:rPr lang="en-US" sz="2600" b="1" dirty="0" err="1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</a:t>
            </a:r>
            <a:r>
              <a:rPr lang="en-US" sz="26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구조도</a:t>
            </a:r>
            <a:endParaRPr lang="en-US" sz="26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65EC85F-1B1F-533E-49B7-5A673CC404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57" t="21334" b="24444"/>
          <a:stretch>
            <a:fillRect/>
          </a:stretch>
        </p:blipFill>
        <p:spPr>
          <a:xfrm>
            <a:off x="204651" y="914400"/>
            <a:ext cx="11782697" cy="371856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1D1B6E1-8548-DDA7-F46D-EE481167EAB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57" t="22095" r="2643" b="22413"/>
          <a:stretch>
            <a:fillRect/>
          </a:stretch>
        </p:blipFill>
        <p:spPr>
          <a:xfrm>
            <a:off x="2745713" y="4632961"/>
            <a:ext cx="6700573" cy="22250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F8AD9-69B8-1827-43F3-A2601D7A2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BA94F11-9251-267E-E2C0-D21BC7CBC991}"/>
              </a:ext>
            </a:extLst>
          </p:cNvPr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ECAD858-A33B-3C47-2B0F-2221F4E53B83}"/>
              </a:ext>
            </a:extLst>
          </p:cNvPr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D14001B-2372-8B52-8377-9F8690AD9F7F}"/>
              </a:ext>
            </a:extLst>
          </p:cNvPr>
          <p:cNvSpPr/>
          <p:nvPr/>
        </p:nvSpPr>
        <p:spPr>
          <a:xfrm>
            <a:off x="1207008" y="384048"/>
            <a:ext cx="1043604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</a:t>
            </a:r>
            <a:r>
              <a:rPr lang="en-US" sz="2600" b="1" dirty="0" err="1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</a:t>
            </a:r>
            <a:r>
              <a:rPr lang="en-US" sz="26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구조도</a:t>
            </a:r>
            <a:endParaRPr lang="en-US" sz="26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B215C6A-C090-539A-A67B-B72F8B8C2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950532"/>
            <a:ext cx="9265092" cy="5523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663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07008" y="384048"/>
            <a:ext cx="1043604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모델 — 최종 선택 이유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960120"/>
          </a:xfrm>
          <a:prstGeom prst="roundRect">
            <a:avLst>
              <a:gd name="adj" fmla="val 5714"/>
            </a:avLst>
          </a:prstGeom>
          <a:solidFill>
            <a:srgbClr val="F6F8FB"/>
          </a:solidFill>
          <a:ln w="9525">
            <a:solidFill>
              <a:srgbClr val="D6DD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5166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51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1600200"/>
            <a:ext cx="98142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판단을 역할별로 나누어 이상 / 위험 / 발생 시점 / 이벤트 게이트를 각각 해석할 수 있다.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11094415" cy="960120"/>
          </a:xfrm>
          <a:prstGeom prst="roundRect">
            <a:avLst>
              <a:gd name="adj" fmla="val 5714"/>
            </a:avLst>
          </a:prstGeom>
          <a:solidFill>
            <a:srgbClr val="F6F8FB"/>
          </a:solidFill>
          <a:ln w="9525">
            <a:solidFill>
              <a:srgbClr val="D6DD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04038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0403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2788920"/>
            <a:ext cx="98142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Engine이 최종 점수를 단일화하므로 운영 화면과 보고서는 하나의 정렬 기준을 쓸 수 있다.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11094415" cy="960120"/>
          </a:xfrm>
          <a:prstGeom prst="roundRect">
            <a:avLst>
              <a:gd name="adj" fmla="val 5714"/>
            </a:avLst>
          </a:prstGeom>
          <a:solidFill>
            <a:srgbClr val="F6F8FB"/>
          </a:solidFill>
          <a:ln w="9525">
            <a:solidFill>
              <a:srgbClr val="D6DD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22910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229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54480" y="3977640"/>
            <a:ext cx="98142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LLM은 모델 판단을 새로 만들지 않고, 이미 계산된 근거를 카드와 문서로 압축하므로 토큰 비용과 환각 위험을 줄인다.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07008" y="384048"/>
            <a:ext cx="1043604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— 자동 감지와 LLM 에이전트 구조</a:t>
            </a:r>
            <a:endParaRPr lang="en-US" sz="26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423BC06-189E-1075-9827-64966E5532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86" t="17651" r="1715" b="18476"/>
          <a:stretch>
            <a:fillRect/>
          </a:stretch>
        </p:blipFill>
        <p:spPr>
          <a:xfrm>
            <a:off x="304800" y="1463039"/>
            <a:ext cx="11582400" cy="43804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07008" y="384048"/>
            <a:ext cx="1043604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— DB </a:t>
            </a:r>
            <a:r>
              <a:rPr lang="en-US" sz="2600" b="1" dirty="0" err="1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구성</a:t>
            </a:r>
            <a:endParaRPr lang="en-US" sz="26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1794648-9B47-4970-35C7-38C7C2B12A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14" t="15552" r="7572" b="5600"/>
          <a:stretch>
            <a:fillRect/>
          </a:stretch>
        </p:blipFill>
        <p:spPr>
          <a:xfrm>
            <a:off x="624840" y="1008343"/>
            <a:ext cx="10942320" cy="55645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07008" y="384048"/>
            <a:ext cx="1043604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— 산출물 4종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25146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6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52238"/>
                          </a:solidFill>
                        </a:rPr>
                        <a:t>산출물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52238"/>
                          </a:solidFill>
                        </a:rPr>
                        <a:t>대상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52238"/>
                          </a:solidFill>
                        </a:rPr>
                        <a:t>핵심 내용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52238"/>
                          </a:solidFill>
                        </a:rPr>
                        <a:t>우선순위 알림 카드</a:t>
                      </a:r>
                      <a:endParaRPr lang="en-US" sz="1050" dirty="0"/>
                    </a:p>
                  </a:txBody>
                  <a:tcPr>
                    <a:lnL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52238"/>
                          </a:solidFill>
                        </a:rPr>
                        <a:t>운영자</a:t>
                      </a:r>
                      <a:endParaRPr lang="en-US" sz="1050" dirty="0"/>
                    </a:p>
                  </a:txBody>
                  <a:tcPr>
                    <a:lnL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52238"/>
                          </a:solidFill>
                        </a:rPr>
                        <a:t>score, level, why, recommended action</a:t>
                      </a:r>
                      <a:endParaRPr lang="en-US" sz="1050" dirty="0"/>
                    </a:p>
                  </a:txBody>
                  <a:tcPr>
                    <a:lnL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52238"/>
                          </a:solidFill>
                        </a:rPr>
                        <a:t>한난 내부 보고서</a:t>
                      </a:r>
                      <a:endParaRPr lang="en-US" sz="1050" dirty="0"/>
                    </a:p>
                  </a:txBody>
                  <a:tcPr>
                    <a:lnL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52238"/>
                          </a:solidFill>
                        </a:rPr>
                        <a:t>내부 운영 및 회의</a:t>
                      </a:r>
                      <a:endParaRPr lang="en-US" sz="1050" dirty="0"/>
                    </a:p>
                  </a:txBody>
                  <a:tcPr>
                    <a:lnL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52238"/>
                          </a:solidFill>
                        </a:rPr>
                        <a:t>고장 보고, 월간 요약, 연간 요약</a:t>
                      </a:r>
                      <a:endParaRPr lang="en-US" sz="1050" dirty="0"/>
                    </a:p>
                  </a:txBody>
                  <a:tcPr>
                    <a:lnL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52238"/>
                          </a:solidFill>
                        </a:rPr>
                        <a:t>정비업체 지시서</a:t>
                      </a:r>
                      <a:endParaRPr lang="en-US" sz="1050" dirty="0"/>
                    </a:p>
                  </a:txBody>
                  <a:tcPr>
                    <a:lnL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52238"/>
                          </a:solidFill>
                        </a:rPr>
                        <a:t>현장 정비업체</a:t>
                      </a:r>
                      <a:endParaRPr lang="en-US" sz="1050" dirty="0"/>
                    </a:p>
                  </a:txBody>
                  <a:tcPr>
                    <a:lnL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52238"/>
                          </a:solidFill>
                        </a:rPr>
                        <a:t>조치 항목, 확인 순서, 주의 기준</a:t>
                      </a:r>
                      <a:endParaRPr lang="en-US" sz="1050" dirty="0"/>
                    </a:p>
                  </a:txBody>
                  <a:tcPr>
                    <a:lnL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52238"/>
                          </a:solidFill>
                        </a:rPr>
                        <a:t>아파트 및 건물 관리소 알림</a:t>
                      </a:r>
                      <a:endParaRPr lang="en-US" sz="1050" dirty="0"/>
                    </a:p>
                  </a:txBody>
                  <a:tcPr>
                    <a:lnL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52238"/>
                          </a:solidFill>
                        </a:rPr>
                        <a:t>관리소</a:t>
                      </a:r>
                      <a:endParaRPr lang="en-US" sz="1050" dirty="0"/>
                    </a:p>
                  </a:txBody>
                  <a:tcPr>
                    <a:lnL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52238"/>
                          </a:solidFill>
                        </a:rPr>
                        <a:t>영향 가능성, 점검 예정, 안내 문구</a:t>
                      </a:r>
                      <a:endParaRPr lang="en-US" sz="1050" dirty="0"/>
                    </a:p>
                  </a:txBody>
                  <a:tcPr>
                    <a:lnL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209</Words>
  <Application>Microsoft Office PowerPoint</Application>
  <PresentationFormat>와이드스크린</PresentationFormat>
  <Paragraphs>52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HeatGridAgent - ML 모델 · Agent · 서버/프론트 구조</dc:title>
  <dc:subject>PptxGenJS Presentation</dc:subject>
  <dc:creator>jiyang</dc:creator>
  <cp:lastModifiedBy>Admin</cp:lastModifiedBy>
  <cp:revision>5</cp:revision>
  <dcterms:created xsi:type="dcterms:W3CDTF">2026-07-03T08:21:31Z</dcterms:created>
  <dcterms:modified xsi:type="dcterms:W3CDTF">2026-07-03T10:28:29Z</dcterms:modified>
</cp:coreProperties>
</file>